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5CBC-C71F-90AC-4807-DF34A824D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9AAD3-F720-684D-D6ED-ECB421113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75FA3-F16C-A031-626B-95AEDFC9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40427-5BC9-3284-F463-447BD8F1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241AB-36F0-D66E-664C-B1631AA5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9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2719-6CB1-F7E0-965D-3B455C2F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DF051-FDDA-3C5C-8B8A-1F5D52A27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77596-B8CF-D4B5-2045-A800A407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493F-BA68-D391-E71F-B45DE2B3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8FE5B-D485-D96A-BF09-E71A7E3C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19F1-28D6-945A-9993-FD1148C7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7D780-6167-22FA-C9EA-751F6B9EF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DE877-5D6E-CB00-CE21-364B8A5E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91D8A-EC64-1FE1-F13A-80C9AFEF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7231E-2DBD-329A-666A-511A022F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9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65D0-02C7-68BA-5E3F-256643AC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D13FB-D22D-102D-F4B8-4C7F9C408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31F7-650F-084B-6CFE-935EF2DCD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B4D87-006A-75E6-6BD8-FAE54968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5367B-DEB4-B0E7-D20A-55B811A2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BB3E7-3B3E-ACD8-FDB5-CF0A66D0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4ADD-6677-0FC1-4DD3-E5BA3E3E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FC112-9484-42B5-E187-9C7C1B847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EE3D9-6F4C-E1A3-6D82-6A2FE91F8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6266B-BA1F-757C-7B12-0F50F29AD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D8538-7B1C-87B4-15FA-9D6AE74F7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E52A0-FF41-6098-4E64-6510F1AB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0F3AB-20E1-0F70-3085-B5E3142A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7DED54-6C87-B979-E0E7-A4E07CFC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2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5D66-F710-AA6B-D0BF-5DF882D0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183DA-C5F6-3724-6C9C-90408F0F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33DE6-F077-693F-9A0E-164C884A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6788E-580D-59EB-6B0F-2F2F9076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8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C8D28-872A-540F-F92A-BF0D9B0D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EFA66-E7B0-DA40-60C7-14A6DD3B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A4CB9-29D6-DE4A-4962-134895E4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E1E6-3958-A52A-08EC-02987C98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B1A07-C3D2-8967-B445-89E57C3A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B32FE-3840-77A0-A880-FAA7AAA6C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224ED-E31D-A663-6A26-1349D143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033DB-B0EB-EE2C-A7A8-5F8E6884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9F8E1-BE52-1A07-5EA9-CCCA2F79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8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3DB0-E4D0-6A47-20F8-D2487FE5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DB1CF-E236-1A1A-90CA-7E680BB55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7B677-4553-B116-D583-8D1B99E26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FA303-6C10-F8E1-B709-EC21E70D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8680B-6578-09C9-72D3-FD72C2AF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FAD0F-5E97-4826-1C83-1221DD05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4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7551-BFA0-1882-9DFC-95AF1E44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9656F-B245-1244-D090-7ADA6F51E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4F3B2-8162-C144-D8C8-81D4D413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6C4A-B684-FD4A-1EAC-C15D9A1B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A477-36E6-52A6-CA28-F4A96508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8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3907F-6723-34EF-B14B-378EC318D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FB08D-7DC6-365E-2D80-0821BE4D6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C39F-B555-E11F-8BAD-3A5A39E9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12BC2-AB35-25D8-6D42-7DFAF5CF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37E3-068E-2855-83FA-D0350FAC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4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7E14F-5EDB-B25D-7BD5-1C0DFC5D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37C3-F708-D551-906D-B01EBC60B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2BDE4-243B-419F-DF2B-8900A50CB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F1D7A-1BCC-4E75-B8D8-FAC23144D07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B3EE4-287E-A4FB-E879-2531DFE0E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53C0E-3581-9A9E-A404-CDB836270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5B9B-FA54-4567-9B99-460E3D6C1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1616BAA-217B-9AFF-2695-F1687A529284}"/>
              </a:ext>
            </a:extLst>
          </p:cNvPr>
          <p:cNvGrpSpPr/>
          <p:nvPr/>
        </p:nvGrpSpPr>
        <p:grpSpPr>
          <a:xfrm>
            <a:off x="147977" y="260135"/>
            <a:ext cx="7355521" cy="1644865"/>
            <a:chOff x="147977" y="260135"/>
            <a:chExt cx="7355521" cy="16448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F09B369-91E6-B20D-1F3E-EF75E95DD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77" y="260135"/>
              <a:ext cx="7355521" cy="164486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33C2EC-6C2C-971F-D796-189387BA16C8}"/>
                </a:ext>
              </a:extLst>
            </p:cNvPr>
            <p:cNvSpPr txBox="1"/>
            <p:nvPr/>
          </p:nvSpPr>
          <p:spPr>
            <a:xfrm>
              <a:off x="5972175" y="1504950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(4,5)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A65327B-D374-0372-3A44-1246A7A284D4}"/>
              </a:ext>
            </a:extLst>
          </p:cNvPr>
          <p:cNvGrpSpPr/>
          <p:nvPr/>
        </p:nvGrpSpPr>
        <p:grpSpPr>
          <a:xfrm>
            <a:off x="7934447" y="274815"/>
            <a:ext cx="3822124" cy="2184071"/>
            <a:chOff x="7607876" y="260135"/>
            <a:chExt cx="3822124" cy="21840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A9299C-1B1C-80F7-D1EF-57E8EACAB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7876" y="260135"/>
              <a:ext cx="3822124" cy="218407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40EF75-9893-6B9D-DDA1-52FF65F57B97}"/>
                </a:ext>
              </a:extLst>
            </p:cNvPr>
            <p:cNvSpPr txBox="1"/>
            <p:nvPr/>
          </p:nvSpPr>
          <p:spPr>
            <a:xfrm>
              <a:off x="8634510" y="1164385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(6)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D3B07B5-BA06-7167-9B63-F60B121537D4}"/>
              </a:ext>
            </a:extLst>
          </p:cNvPr>
          <p:cNvGrpSpPr/>
          <p:nvPr/>
        </p:nvGrpSpPr>
        <p:grpSpPr>
          <a:xfrm>
            <a:off x="37907" y="2632507"/>
            <a:ext cx="5607113" cy="1995753"/>
            <a:chOff x="37907" y="2632507"/>
            <a:chExt cx="5607113" cy="19957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18D8F01-202F-9200-BD0D-3E32DCCAF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07" y="2632507"/>
              <a:ext cx="5607113" cy="199575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77F6E9-ADE3-E6F3-A76B-5117D426A39A}"/>
                </a:ext>
              </a:extLst>
            </p:cNvPr>
            <p:cNvSpPr txBox="1"/>
            <p:nvPr/>
          </p:nvSpPr>
          <p:spPr>
            <a:xfrm>
              <a:off x="4896044" y="2884327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(7)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B64332-D81A-8064-E46F-4A2D6434B411}"/>
              </a:ext>
            </a:extLst>
          </p:cNvPr>
          <p:cNvGrpSpPr/>
          <p:nvPr/>
        </p:nvGrpSpPr>
        <p:grpSpPr>
          <a:xfrm>
            <a:off x="5645020" y="2701296"/>
            <a:ext cx="6183557" cy="2251705"/>
            <a:chOff x="5645020" y="2701296"/>
            <a:chExt cx="6183557" cy="225170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27FAEF-862D-88A3-2281-31B087DEC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45020" y="2701296"/>
              <a:ext cx="6183557" cy="225170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54C903-9506-EE7C-5445-730B0C090420}"/>
                </a:ext>
              </a:extLst>
            </p:cNvPr>
            <p:cNvSpPr txBox="1"/>
            <p:nvPr/>
          </p:nvSpPr>
          <p:spPr>
            <a:xfrm>
              <a:off x="8411532" y="3186115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(9-12)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9890D3B-3740-FFD3-9D22-B7E36B0C0467}"/>
              </a:ext>
            </a:extLst>
          </p:cNvPr>
          <p:cNvGrpSpPr/>
          <p:nvPr/>
        </p:nvGrpSpPr>
        <p:grpSpPr>
          <a:xfrm>
            <a:off x="113765" y="4672012"/>
            <a:ext cx="7064586" cy="2154570"/>
            <a:chOff x="113765" y="4672012"/>
            <a:chExt cx="7064586" cy="215457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AEEE34F-FF01-4414-BA60-8CE9BF2C9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765" y="4672012"/>
              <a:ext cx="7064586" cy="215457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51D1C3-B445-B4F5-1C1E-3B5E696A532A}"/>
                </a:ext>
              </a:extLst>
            </p:cNvPr>
            <p:cNvSpPr txBox="1"/>
            <p:nvPr/>
          </p:nvSpPr>
          <p:spPr>
            <a:xfrm>
              <a:off x="2760291" y="5022524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(13)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7F0A89-87D8-E968-7BBF-02FF1E9FF1E1}"/>
              </a:ext>
            </a:extLst>
          </p:cNvPr>
          <p:cNvGrpSpPr/>
          <p:nvPr/>
        </p:nvGrpSpPr>
        <p:grpSpPr>
          <a:xfrm>
            <a:off x="7934447" y="4628260"/>
            <a:ext cx="3608600" cy="2928245"/>
            <a:chOff x="7934447" y="4628260"/>
            <a:chExt cx="3608600" cy="292824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A84339-6CAF-4386-00BB-577B20D48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34447" y="4628260"/>
              <a:ext cx="3608600" cy="292824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D78B12-BEE0-19AB-B4E0-CBFCC0EED21B}"/>
                </a:ext>
              </a:extLst>
            </p:cNvPr>
            <p:cNvSpPr txBox="1"/>
            <p:nvPr/>
          </p:nvSpPr>
          <p:spPr>
            <a:xfrm>
              <a:off x="9457259" y="5301401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(14)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32B7A0-90A5-A1B3-A181-3AF3BBA0E388}"/>
              </a:ext>
            </a:extLst>
          </p:cNvPr>
          <p:cNvCxnSpPr>
            <a:cxnSpLocks/>
          </p:cNvCxnSpPr>
          <p:nvPr/>
        </p:nvCxnSpPr>
        <p:spPr>
          <a:xfrm>
            <a:off x="7725747" y="274815"/>
            <a:ext cx="0" cy="227244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EBEA96-84B3-A294-450B-AF3A3CCCC3C2}"/>
              </a:ext>
            </a:extLst>
          </p:cNvPr>
          <p:cNvCxnSpPr>
            <a:cxnSpLocks/>
          </p:cNvCxnSpPr>
          <p:nvPr/>
        </p:nvCxnSpPr>
        <p:spPr>
          <a:xfrm>
            <a:off x="317241" y="2547257"/>
            <a:ext cx="118747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DE3313-9621-40CD-4EC4-13272B5B5F46}"/>
              </a:ext>
            </a:extLst>
          </p:cNvPr>
          <p:cNvCxnSpPr/>
          <p:nvPr/>
        </p:nvCxnSpPr>
        <p:spPr>
          <a:xfrm>
            <a:off x="5645020" y="2632507"/>
            <a:ext cx="0" cy="232049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E6FBB52-60DE-26A3-FEDB-6C83A9502EEE}"/>
              </a:ext>
            </a:extLst>
          </p:cNvPr>
          <p:cNvCxnSpPr/>
          <p:nvPr/>
        </p:nvCxnSpPr>
        <p:spPr>
          <a:xfrm>
            <a:off x="37907" y="4628260"/>
            <a:ext cx="560711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F878AC-9533-53EA-1784-F97A817E4ED2}"/>
              </a:ext>
            </a:extLst>
          </p:cNvPr>
          <p:cNvCxnSpPr/>
          <p:nvPr/>
        </p:nvCxnSpPr>
        <p:spPr>
          <a:xfrm>
            <a:off x="5645020" y="4953001"/>
            <a:ext cx="65469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CC2B010-6956-0FD4-F1AB-5F383E1C5C59}"/>
              </a:ext>
            </a:extLst>
          </p:cNvPr>
          <p:cNvCxnSpPr/>
          <p:nvPr/>
        </p:nvCxnSpPr>
        <p:spPr>
          <a:xfrm>
            <a:off x="5119022" y="4672012"/>
            <a:ext cx="0" cy="2185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80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Duy Nguyen</dc:creator>
  <cp:lastModifiedBy>Duy Nguyen</cp:lastModifiedBy>
  <cp:revision>10</cp:revision>
  <dcterms:created xsi:type="dcterms:W3CDTF">2025-11-27T20:59:56Z</dcterms:created>
  <dcterms:modified xsi:type="dcterms:W3CDTF">2025-11-27T21:11:23Z</dcterms:modified>
</cp:coreProperties>
</file>